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26F02-CE3C-4898-B377-7F5BE9FA8A37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9ECCD-3B0E-4FDD-8CE5-9F86FCCFBF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4550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C47B7-17A2-2343-EDF0-8BC6C1E34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32B611-2DAF-C7E6-F5A3-C87C73397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57B43-FEE2-9FEE-8337-B1211AFCC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42FF2-8E85-485E-9BC8-5CC6D136A80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52B4B-1937-D832-AB15-B1A44153A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69AB5-4EDC-B901-22D3-C8877024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41D26-E06D-4C16-B8EE-CE8941D701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47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825D5-522D-1B85-F51B-4F4974973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B5E49-EEC2-62FA-383E-2A50E553E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B8E87-B454-5E3C-F613-5FD162E73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42FF2-8E85-485E-9BC8-5CC6D136A80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CD4EA-3ACB-9C8D-545A-A979E84D6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A577A-D1DC-D7EB-94CA-A156EC36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41D26-E06D-4C16-B8EE-CE8941D701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493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43C4-6156-4076-F472-3CDAC1E93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94524-10B6-C768-5FD0-D1A0324E4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2A01E-9968-4983-C509-8D282C0FD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42FF2-8E85-485E-9BC8-5CC6D136A80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BC0B4-911A-82B7-FB4A-6576C6D6E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60A51-A5A5-3726-C637-98B136EBC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41D26-E06D-4C16-B8EE-CE8941D701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331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4AE5C-E3FA-65EC-C387-3F2607CE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FB378-5E7F-ADCF-EDF6-9DB62F1E9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26BC8-F42E-9B7E-D357-79B718FE4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BA5FB-B27D-6C2F-B71B-1FDCDFB1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42FF2-8E85-485E-9BC8-5CC6D136A80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A5AAF3-94FC-9817-B9A5-D75C9103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77C03-6520-205B-8114-984510AA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41D26-E06D-4C16-B8EE-CE8941D701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733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710D-5E43-3CE1-8B60-72B6328E4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E2DE9-7DB1-9C84-CE15-DC982347C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6EA3A-9BE3-1427-38E5-96544F1C5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39292-2471-32BB-5982-A4DF255700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739145-DA9F-BF1F-ADE2-3FB23F7FE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81F904-C83E-EC9B-F538-0F7017E64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42FF2-8E85-485E-9BC8-5CC6D136A80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1781B0-12C9-AECE-C8C1-C7E438FAA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8EE3CA-0330-A98A-F959-793989FA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41D26-E06D-4C16-B8EE-CE8941D701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131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31BF4-F5A6-1236-8FD2-194579F50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7F5E0C-0243-1DE3-F1DF-CB1A5F87A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42FF2-8E85-485E-9BC8-5CC6D136A80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67DAD-BB08-E9A3-0FCF-11C044E2C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40E01-104F-0071-A3B9-E8BBA58B0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41D26-E06D-4C16-B8EE-CE8941D701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96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F968D3-6135-28E2-76FD-E297B562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42FF2-8E85-485E-9BC8-5CC6D136A80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F82131-2640-099E-A478-6EF102CA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DE309-D6A7-013C-3B52-3B382DC8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41D26-E06D-4C16-B8EE-CE8941D701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4284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A464-0D36-46E1-A265-FF4634B0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1009B-7E38-D584-D506-9549DA794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0027B-4F72-ACD7-9D20-96C68C7F7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A29DB-D1AF-34FA-976F-707E1B591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42FF2-8E85-485E-9BC8-5CC6D136A80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64A88-94A3-88B1-4936-B0EAB394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55961-0A2F-770E-B7B8-CFC838D2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41D26-E06D-4C16-B8EE-CE8941D701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699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E9E65-EA0C-AC57-2DDE-15E059A69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17E9EA-7834-5750-979B-71D03772A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DF042-066B-5066-02D7-3F20E9F70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4E07E-9A33-F1FB-3004-D8C7EF444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42FF2-8E85-485E-9BC8-5CC6D136A80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56934-3A53-FA9B-D4E8-D8EB6100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9A81B-9886-1B9A-FD2F-26101535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41D26-E06D-4C16-B8EE-CE8941D701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378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9719-4E57-E09C-9E7F-86E79C7F4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FBB67-A41C-8FD0-FCA3-E3733A58E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D92DF-2C71-1920-A81C-117294665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42FF2-8E85-485E-9BC8-5CC6D136A80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9BAB0-6A87-F6D4-2E45-64AF09503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6FF4D-9F29-A369-271A-1909A018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41D26-E06D-4C16-B8EE-CE8941D701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164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0AF610-BD04-8367-62AD-BCAF9B9D5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CD0DF-FFF2-3B6F-1E51-F4245D240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FC194-696C-8FCE-5423-701B0A02F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42FF2-8E85-485E-9BC8-5CC6D136A80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D1121-6C55-C672-AEEB-E2B9DAFEE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CD973-F3B8-6136-2E23-5CA72A260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41D26-E06D-4C16-B8EE-CE8941D701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082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8BEABF-C9B6-411E-101A-15665D3E5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E16EA-B34A-9C35-FB0F-F2DD533F6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5081A-186A-7CA9-7377-0C8703B8B6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42FF2-8E85-485E-9BC8-5CC6D136A806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38F5-F9F0-90B5-5ED8-AE1DFA7A4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88043-72B8-4C49-7077-FAF1340C6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41D26-E06D-4C16-B8EE-CE8941D701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944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F5E5-42A6-0CB6-DE11-E86A3386B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1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Investigating applications of the Feynman Path Integral</a:t>
            </a:r>
            <a:br>
              <a:rPr lang="en-GB" dirty="0"/>
            </a:br>
            <a:r>
              <a:rPr lang="en-GB" sz="3600" dirty="0"/>
              <a:t>George Sellers</a:t>
            </a:r>
            <a:br>
              <a:rPr lang="en-GB" sz="3600" dirty="0"/>
            </a:br>
            <a:r>
              <a:rPr lang="en-GB" sz="3600" dirty="0"/>
              <a:t>University of Bath – Department of Physics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091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ADC2D-B00D-A71C-545D-786EAB31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6" y="346271"/>
            <a:ext cx="10515600" cy="1325563"/>
          </a:xfrm>
        </p:spPr>
        <p:txBody>
          <a:bodyPr/>
          <a:lstStyle/>
          <a:p>
            <a:r>
              <a:rPr lang="en-GB" dirty="0"/>
              <a:t>Content of the presentation: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4EA314-16B1-4B54-C4F0-8B8FB3A0CA7B}"/>
                  </a:ext>
                </a:extLst>
              </p:cNvPr>
              <p:cNvSpPr txBox="1"/>
              <p:nvPr/>
            </p:nvSpPr>
            <p:spPr>
              <a:xfrm>
                <a:off x="112336" y="5938886"/>
                <a:ext cx="3770721" cy="411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𝑖𝐻𝑇</m:t>
                                  </m:r>
                                </m:sup>
                              </m:sSup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4EA314-16B1-4B54-C4F0-8B8FB3A0C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36" y="5938886"/>
                <a:ext cx="3770721" cy="411331"/>
              </a:xfrm>
              <a:prstGeom prst="rect">
                <a:avLst/>
              </a:prstGeom>
              <a:blipFill>
                <a:blip r:embed="rId2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8EB91A-5892-424E-7F4F-7F4642C4A535}"/>
                  </a:ext>
                </a:extLst>
              </p:cNvPr>
              <p:cNvSpPr txBox="1"/>
              <p:nvPr/>
            </p:nvSpPr>
            <p:spPr>
              <a:xfrm>
                <a:off x="1382752" y="1638414"/>
                <a:ext cx="1229888" cy="5266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𝜕𝜓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F8EB91A-5892-424E-7F4F-7F4642C4A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752" y="1638414"/>
                <a:ext cx="1229888" cy="526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41648C-5F20-E50F-2F35-1F0097F175F5}"/>
              </a:ext>
            </a:extLst>
          </p:cNvPr>
          <p:cNvCxnSpPr>
            <a:stCxn id="5" idx="2"/>
          </p:cNvCxnSpPr>
          <p:nvPr/>
        </p:nvCxnSpPr>
        <p:spPr>
          <a:xfrm>
            <a:off x="1997696" y="2165097"/>
            <a:ext cx="0" cy="1006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7281F1-BA53-46F9-1CCD-64472B225227}"/>
              </a:ext>
            </a:extLst>
          </p:cNvPr>
          <p:cNvCxnSpPr>
            <a:stCxn id="4" idx="0"/>
          </p:cNvCxnSpPr>
          <p:nvPr/>
        </p:nvCxnSpPr>
        <p:spPr>
          <a:xfrm flipH="1" flipV="1">
            <a:off x="1997696" y="4298623"/>
            <a:ext cx="1" cy="1640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13A8C1C-1934-CDF0-5E9A-674D673075C3}"/>
              </a:ext>
            </a:extLst>
          </p:cNvPr>
          <p:cNvSpPr txBox="1"/>
          <p:nvPr/>
        </p:nvSpPr>
        <p:spPr>
          <a:xfrm>
            <a:off x="812121" y="3312097"/>
            <a:ext cx="2545235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Energy levels, wavefunctions and more information extracted.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0C40F9-9138-7667-BFEE-8AB9808994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056" y="2125052"/>
            <a:ext cx="3438727" cy="25790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577B80-C4D2-2181-80EA-554662DE41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353" y="2022575"/>
            <a:ext cx="3438725" cy="2579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08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EE50-85E5-F83A-F76B-2F81F63D5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Defining the Path Integral (PI)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6EA2C-4C05-B70B-4DDD-60FEB8308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6672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CE0833-2E9B-FB50-F2F2-84B2A6DC76A7}"/>
              </a:ext>
            </a:extLst>
          </p:cNvPr>
          <p:cNvSpPr/>
          <p:nvPr/>
        </p:nvSpPr>
        <p:spPr>
          <a:xfrm>
            <a:off x="838200" y="4185501"/>
            <a:ext cx="5468332" cy="23073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0AA00-0ACE-C593-C1F6-357FBB8BA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structure for the main body: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8C062-F1C7-C4EB-27A3-955A75519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9212" y="3770722"/>
            <a:ext cx="4826524" cy="298127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Completed tasks/results:</a:t>
            </a:r>
          </a:p>
          <a:p>
            <a:r>
              <a:rPr lang="en-GB" dirty="0"/>
              <a:t>Task A</a:t>
            </a:r>
          </a:p>
          <a:p>
            <a:r>
              <a:rPr lang="en-GB" dirty="0"/>
              <a:t>Task 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2BBF4F-8B69-F002-644F-EE5CA9BD97B3}"/>
              </a:ext>
            </a:extLst>
          </p:cNvPr>
          <p:cNvSpPr txBox="1"/>
          <p:nvPr/>
        </p:nvSpPr>
        <p:spPr>
          <a:xfrm>
            <a:off x="7418895" y="2717946"/>
            <a:ext cx="426091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Equation here, for example the propagator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203F4-1420-8E69-F95D-B3A9C03CDE3B}"/>
              </a:ext>
            </a:extLst>
          </p:cNvPr>
          <p:cNvSpPr txBox="1"/>
          <p:nvPr/>
        </p:nvSpPr>
        <p:spPr>
          <a:xfrm>
            <a:off x="7418895" y="1817074"/>
            <a:ext cx="426091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Equation here, for example the propagator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396D45-4ADC-F6A9-0CDA-329989C48EC8}"/>
              </a:ext>
            </a:extLst>
          </p:cNvPr>
          <p:cNvSpPr txBox="1"/>
          <p:nvPr/>
        </p:nvSpPr>
        <p:spPr>
          <a:xfrm>
            <a:off x="2493389" y="5154522"/>
            <a:ext cx="271491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Figure here?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D3D20B-0B9C-0BAD-FB41-EBCD1A259F9D}"/>
              </a:ext>
            </a:extLst>
          </p:cNvPr>
          <p:cNvSpPr txBox="1"/>
          <p:nvPr/>
        </p:nvSpPr>
        <p:spPr>
          <a:xfrm>
            <a:off x="838200" y="1480008"/>
            <a:ext cx="546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Point A about the  </a:t>
            </a:r>
          </a:p>
        </p:txBody>
      </p:sp>
    </p:spTree>
    <p:extLst>
      <p:ext uri="{BB962C8B-B14F-4D97-AF65-F5344CB8AC3E}">
        <p14:creationId xmlns:p14="http://schemas.microsoft.com/office/powerpoint/2010/main" val="419832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Investigating applications of the Feynman Path Integral George Sellers University of Bath – Department of Physics</vt:lpstr>
      <vt:lpstr>Content of the presentation:</vt:lpstr>
      <vt:lpstr>Defining the Path Integral (PI)</vt:lpstr>
      <vt:lpstr>General structure for the main body: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Sellers</dc:creator>
  <cp:lastModifiedBy>George Sellers</cp:lastModifiedBy>
  <cp:revision>4</cp:revision>
  <dcterms:created xsi:type="dcterms:W3CDTF">2025-12-03T00:41:25Z</dcterms:created>
  <dcterms:modified xsi:type="dcterms:W3CDTF">2025-12-04T18:58:57Z</dcterms:modified>
</cp:coreProperties>
</file>