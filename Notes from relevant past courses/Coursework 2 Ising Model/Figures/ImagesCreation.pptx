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77" d="100"/>
          <a:sy n="77" d="100"/>
        </p:scale>
        <p:origin x="82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07AE3-25A7-288A-23C5-85F670E95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9B3F22-ED39-36C4-A88F-134D9E86CF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21EC-A1B8-D1EB-C284-9EC7F1E4E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6F976-EE54-4CCC-8E49-C36F5D3231E2}" type="datetimeFigureOut">
              <a:rPr lang="en-GB" smtClean="0"/>
              <a:t>26/04/2025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A00FA-B954-819B-4543-8C64D04F9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23942-BBF0-EC19-064C-2CEE2BA88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7D5FA-D206-46E2-B435-C1700F9CCB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1718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E966E-F685-136E-DA1A-61FB6C9E9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C5B70-035F-5EEA-E9A1-7247CF4C0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F44B3-8FD3-9E63-1E8E-1CC63D614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6F976-EE54-4CCC-8E49-C36F5D3231E2}" type="datetimeFigureOut">
              <a:rPr lang="en-GB" smtClean="0"/>
              <a:t>26/04/2025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7158A-0EB6-7FF1-EF4F-85455E331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A56A5-F449-CD71-11B3-BCD6C0E23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7D5FA-D206-46E2-B435-C1700F9CCB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3822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5855E-5C71-58D4-8DC7-2160908EB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30FB5-AA62-8B49-EDA0-2E0FFBBF6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53CA8-5AE2-EA28-0811-208634ECA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6F976-EE54-4CCC-8E49-C36F5D3231E2}" type="datetimeFigureOut">
              <a:rPr lang="en-GB" smtClean="0"/>
              <a:t>26/04/2025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CFC9D-6097-EC91-39B7-25B0D60ED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07466-C383-A205-45BB-CB1992743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7D5FA-D206-46E2-B435-C1700F9CCB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9431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068AD-F79E-4433-527B-0D7517903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6957B-87C0-B341-B2B1-4CD78EDAD5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B7C2CA-5696-6043-6ABA-F3E73E55F1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28B2D8-CB78-FFA5-6BE7-16433BB05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6F976-EE54-4CCC-8E49-C36F5D3231E2}" type="datetimeFigureOut">
              <a:rPr lang="en-GB" smtClean="0"/>
              <a:t>26/04/2025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B3FE25-493A-5EB3-61E1-F7BB8DC8B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58DAF0-15CA-DC81-58B0-3B9C6BEC9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7D5FA-D206-46E2-B435-C1700F9CCB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8902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E09AF-67B1-3EA9-0573-6A62EB78D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D64648-3D39-19F2-6962-BAE836F7B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D169E1-ECD1-0134-1E23-C419535708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8E34D5-0115-A78F-C781-465FD37AF9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73E92D-4DA8-7111-F5FC-56AD82DB6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AC9BCE-4D3F-2E8B-686B-0CDD43CBA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6F976-EE54-4CCC-8E49-C36F5D3231E2}" type="datetimeFigureOut">
              <a:rPr lang="en-GB" smtClean="0"/>
              <a:t>26/04/2025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F0C9A8-2CAD-990C-F498-4D1DEA1ED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7D35FB-D5CD-A993-7D8E-ACB2E31F7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7D5FA-D206-46E2-B435-C1700F9CCB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586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05799-06E8-8D74-2847-AD0FEA1AE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B5C210-28D5-409D-B174-91C80AB63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6F976-EE54-4CCC-8E49-C36F5D3231E2}" type="datetimeFigureOut">
              <a:rPr lang="en-GB" smtClean="0"/>
              <a:t>26/04/2025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41BCBE-1893-AC85-4B84-C4222584C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A27FEB-D652-D9E1-6FE0-500DBDB47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7D5FA-D206-46E2-B435-C1700F9CCB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6903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656142-B98E-06AE-F6B2-DEED04004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6F976-EE54-4CCC-8E49-C36F5D3231E2}" type="datetimeFigureOut">
              <a:rPr lang="en-GB" smtClean="0"/>
              <a:t>26/04/2025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0E85A2-6C88-B6C2-852B-F688BF535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40A423-AB54-4C18-1219-1E553A76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7D5FA-D206-46E2-B435-C1700F9CCB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7210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131CE-10AC-D870-B8D1-50BFA0CA2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94DF3-1061-7072-C921-D5423FD6F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1F63DE-328E-EF50-2403-3BA1B7D045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183951-BBE8-44BE-1A17-59DCFA5E9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6F976-EE54-4CCC-8E49-C36F5D3231E2}" type="datetimeFigureOut">
              <a:rPr lang="en-GB" smtClean="0"/>
              <a:t>26/04/2025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135DEA-5933-662E-9133-CD1918FB3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9A0665-03F5-753E-8A36-E5B28C470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7D5FA-D206-46E2-B435-C1700F9CCB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6575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A7F7B-DD57-30BA-E1A6-E2421D6F8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5046C5-0294-B2A9-939E-A6E34BAE9D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51A2D5-5BA8-2B96-F634-6C7D4294E5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A96BD8-CC61-71E7-0CB1-810518F2D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6F976-EE54-4CCC-8E49-C36F5D3231E2}" type="datetimeFigureOut">
              <a:rPr lang="en-GB" smtClean="0"/>
              <a:t>26/04/2025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049809-B4ED-4982-780B-751EB600B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B85F-ABC1-51F8-4F39-A0ABB8BF8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7D5FA-D206-46E2-B435-C1700F9CCB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8178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A731B-B653-05CE-3650-8CD92A0D8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0D5636-02DC-0F23-E08D-A71F260833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077BC-BCC2-178A-49A0-1B222021E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6F976-EE54-4CCC-8E49-C36F5D3231E2}" type="datetimeFigureOut">
              <a:rPr lang="en-GB" smtClean="0"/>
              <a:t>26/04/2025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F6DC4-94B8-8C04-2BD6-04357CD25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91030-68B6-1DFD-D275-6178E1AA0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7D5FA-D206-46E2-B435-C1700F9CCB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6604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214196-D62D-4143-1492-430ED64A30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BD9078-8D88-153E-99AA-30B3FB99D0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AF94B-C47E-A3F3-1946-D04A79AD7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6F976-EE54-4CCC-8E49-C36F5D3231E2}" type="datetimeFigureOut">
              <a:rPr lang="en-GB" smtClean="0"/>
              <a:t>26/04/2025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5A1BA-20CE-3313-994A-66EB1E726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26AF0-7F27-94CD-45B8-369930506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7D5FA-D206-46E2-B435-C1700F9CCB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2131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7C8EE5-4C24-2A78-7BBD-3B3C1431B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8BAECF-AAB5-142B-28D5-F4ACED6E0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B010B-C53A-0FD6-19FD-440329797C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6F976-EE54-4CCC-8E49-C36F5D3231E2}" type="datetimeFigureOut">
              <a:rPr lang="en-GB" smtClean="0"/>
              <a:t>26/04/2025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B6329-69DB-157E-511D-5EC631E0C6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22B80-1ADF-A5B6-095B-1A63ACA9F0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77D5FA-D206-46E2-B435-C1700F9CCB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6967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244B5E-37D6-2465-06EB-E0168F7939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975" r="42922"/>
          <a:stretch/>
        </p:blipFill>
        <p:spPr>
          <a:xfrm>
            <a:off x="9066615" y="1170663"/>
            <a:ext cx="1525186" cy="28892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BFBCB3-5FEF-C5F4-3078-8ADC75882B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15" y="0"/>
            <a:ext cx="457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AB155A-D0EF-8298-FFF6-D753533C4E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1615" y="0"/>
            <a:ext cx="457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F45667-935C-8174-8743-3C6441927A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49" b="84119"/>
          <a:stretch/>
        </p:blipFill>
        <p:spPr>
          <a:xfrm>
            <a:off x="9193615" y="848638"/>
            <a:ext cx="1525186" cy="32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54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99D9F2-619A-EC8F-9981-2D81C67464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098" y="0"/>
            <a:ext cx="457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FAE0F6-B617-EDA4-EB31-5AD534CF5A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098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480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013931-402C-8E3E-3FEA-4B40AA3C5F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267" y="0"/>
            <a:ext cx="457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06C5BF-EB5C-E136-BB47-665D32DE52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9267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664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80A6F4-CF55-99CF-AAD0-2B8A13F9DC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3A6154-DB3F-87CE-4A18-FCAA9CD376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0"/>
            <a:ext cx="457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DB4DAB-9204-4CDD-5105-54B60840FE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981" r="49001"/>
          <a:stretch/>
        </p:blipFill>
        <p:spPr>
          <a:xfrm>
            <a:off x="9080499" y="1976366"/>
            <a:ext cx="1214023" cy="20293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39E4887-4D31-E7E7-2C7C-85A5596D0B9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46" r="1333" b="78749"/>
          <a:stretch/>
        </p:blipFill>
        <p:spPr>
          <a:xfrm>
            <a:off x="9080499" y="1667187"/>
            <a:ext cx="1214023" cy="30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212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69B318-2669-BDAC-B73D-F526323008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CE808A3-B027-6D03-D519-BF0B15A1D4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922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2687C3-5A1F-A4BD-E8F0-980F03A380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010E629-8C75-6000-193F-40A1B7019A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2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EB3B8B-8520-C3FC-3480-ADA951D6E9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0627" y="0"/>
            <a:ext cx="5757684" cy="32369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06642A-BA78-0A0D-B91C-D6CC11A8CA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0627" y="3236983"/>
            <a:ext cx="5757684" cy="323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341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B77851-BD98-C515-3424-DD6524E97E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7158" y="0"/>
            <a:ext cx="5757684" cy="32369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C9D1E8-E339-00CA-C8B3-C342C4E5B2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7158" y="3236983"/>
            <a:ext cx="5757684" cy="323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341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Sellers</dc:creator>
  <cp:lastModifiedBy>George Sellers</cp:lastModifiedBy>
  <cp:revision>5</cp:revision>
  <dcterms:created xsi:type="dcterms:W3CDTF">2025-04-15T16:48:36Z</dcterms:created>
  <dcterms:modified xsi:type="dcterms:W3CDTF">2025-04-26T17:40:15Z</dcterms:modified>
</cp:coreProperties>
</file>