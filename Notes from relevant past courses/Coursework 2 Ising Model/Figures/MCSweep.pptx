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300" d="100"/>
          <a:sy n="300" d="100"/>
        </p:scale>
        <p:origin x="-774" y="-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9D82-7971-21E1-A133-9351D1B38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5C970-6304-FBBA-356E-5F0EF4B44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69E7-94F5-CB46-7EB2-7F2387D2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DB04-A4E3-4C16-98FA-C87F247768E3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EDDFB-6F10-99BB-3B14-41D6FA22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6C6FB-8D11-D570-61BF-E7E412AB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F2B6-5DF5-422D-A3A7-4CDCC302A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178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1106-32CE-9BCA-99D3-D234C4FC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C4CEC-C056-D1CA-BF24-CFD677AA1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84E71-7781-3133-1D6A-42BB87645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DB04-A4E3-4C16-98FA-C87F247768E3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0216A-DE91-5E13-4DEB-9DB8FBC62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56892-1CD9-BF6C-8E2D-BF4403E9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F2B6-5DF5-422D-A3A7-4CDCC302A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798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2735A-D52A-B9C2-AD97-465CA4F10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5B000-F477-02FB-0BFF-5F6ABF81C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AC8E5-AFC0-7E4E-1AE3-663AA04A0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DB04-A4E3-4C16-98FA-C87F247768E3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F0B3F-4875-818A-BEA9-61E438AC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0A76E-D41B-642E-629D-57DDC18A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F2B6-5DF5-422D-A3A7-4CDCC302A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23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D2A7-9A76-EC17-C0FE-3C0D5582D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A168C-BBBE-1CB3-572C-1523CBDB4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A71CD-5BFE-EA97-34B8-574A28611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A462A-3A03-4A9E-E42E-C4ECADB0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DB04-A4E3-4C16-98FA-C87F247768E3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31916-0CCD-5079-1278-320EBCE6D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3D981-A719-2029-B764-51F11AB2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F2B6-5DF5-422D-A3A7-4CDCC302A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297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ACD13-7B8E-0BF5-7A0C-3607A7C00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F9595-AD99-DCE5-0FA8-1319EB974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CFF99-7F93-6FE5-B015-A2CFE3871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C3201-4D71-4E09-4D27-FFFC55A3B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340CA-7137-F758-8834-A1A944866B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A64A9B-2FDC-28D4-8DF8-16B155E4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DB04-A4E3-4C16-98FA-C87F247768E3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66E31B-A0D4-5A54-8451-5000A1423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12D378-BA73-F910-0B42-945BCACB7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F2B6-5DF5-422D-A3A7-4CDCC302A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243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BF641-DDEC-D1EE-6ACD-35462174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AD4991-A679-34BF-5BE1-E2635F296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DB04-A4E3-4C16-98FA-C87F247768E3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CEABB-6DF8-96FE-B731-43828F468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47664-CF79-FAF1-5B21-82670564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F2B6-5DF5-422D-A3A7-4CDCC302A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73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861E62-E948-EEF7-2B7E-1A92A88B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DB04-A4E3-4C16-98FA-C87F247768E3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79C9A2-E926-3BA7-BEDC-38D9DB58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CEAE4-45D4-0E6B-96F8-D831311F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F2B6-5DF5-422D-A3A7-4CDCC302A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264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6210-6D75-E711-D6D0-55F2FA40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230F3-E55A-61D2-F5E8-9CBB0C448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3ED81-2611-F4F9-AAED-E6247E445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B3492-48E7-D6BA-AB39-B1D3AC19B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DB04-A4E3-4C16-98FA-C87F247768E3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C6C01-AE6D-23B0-E90A-14C1D4729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1DE2B-49E8-B921-2741-162D1542A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F2B6-5DF5-422D-A3A7-4CDCC302A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39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0A477-154D-8409-2453-85D6156B7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37C6C6-23A6-EFF6-7C88-B8892E506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DC78D-C190-FF47-B75A-A15003E96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1D147-D318-EFC8-39A5-91C5749B5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DB04-A4E3-4C16-98FA-C87F247768E3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E8FBE-01DB-A412-493A-0BE1DAD26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D5CCD-C966-038B-7A92-9E4400D1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F2B6-5DF5-422D-A3A7-4CDCC302A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52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4AAD-3DBE-3DF0-22C5-2A768D37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272B24-D2C8-86E2-F54C-EE7B430DF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A233B-5E3B-9BB7-502A-93B588FE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DB04-A4E3-4C16-98FA-C87F247768E3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3F9ED-75D1-AB2D-E49A-4C30E2EAA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0E567-BF7F-4B2D-905B-531C11B5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F2B6-5DF5-422D-A3A7-4CDCC302A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7258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952DE3-F37F-9D8C-DC53-E37F017BA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AEF7A4-8D32-81E4-FF8D-49C13BE5D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E0B54-9328-D7C4-0FCB-FF502CEAB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DB04-A4E3-4C16-98FA-C87F247768E3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61123-6631-C891-4C31-5C570DEE4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C1955-D384-FE5F-C73D-8DE29741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FF2B6-5DF5-422D-A3A7-4CDCC302A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89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82FD6-262F-85DA-CEF5-A97AC763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3EDAE-4D82-A3DA-4DB0-D597F77AD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48604-4857-C677-0B7B-6FD8AB8EB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ADB04-A4E3-4C16-98FA-C87F247768E3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E3EC2-D08E-2604-96C6-405120A23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9D165-FE6B-5DB0-FE3F-D93FDAE34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FF2B6-5DF5-422D-A3A7-4CDCC302A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092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DF008F-83DB-0C88-A3DE-9DA30A19BCC8}"/>
              </a:ext>
            </a:extLst>
          </p:cNvPr>
          <p:cNvSpPr/>
          <p:nvPr/>
        </p:nvSpPr>
        <p:spPr>
          <a:xfrm>
            <a:off x="3589176" y="1542661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12F36-81FE-1F8E-E3DF-04EE042AAB8C}"/>
              </a:ext>
            </a:extLst>
          </p:cNvPr>
          <p:cNvSpPr/>
          <p:nvPr/>
        </p:nvSpPr>
        <p:spPr>
          <a:xfrm>
            <a:off x="3844213" y="1542661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7F07B0-026F-1756-3B4A-F57AB4DB6EAD}"/>
              </a:ext>
            </a:extLst>
          </p:cNvPr>
          <p:cNvSpPr/>
          <p:nvPr/>
        </p:nvSpPr>
        <p:spPr>
          <a:xfrm>
            <a:off x="4099249" y="1542661"/>
            <a:ext cx="255037" cy="2488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2C68BA-853C-52C3-EE8F-C5847AA9E0CC}"/>
              </a:ext>
            </a:extLst>
          </p:cNvPr>
          <p:cNvSpPr/>
          <p:nvPr/>
        </p:nvSpPr>
        <p:spPr>
          <a:xfrm>
            <a:off x="3844213" y="1293845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AB42BA-9EB7-C32D-0617-172AE3B87E1E}"/>
              </a:ext>
            </a:extLst>
          </p:cNvPr>
          <p:cNvSpPr/>
          <p:nvPr/>
        </p:nvSpPr>
        <p:spPr>
          <a:xfrm>
            <a:off x="3844212" y="1791477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DC3822-599E-C6F2-CE8B-466905E8DEA9}"/>
              </a:ext>
            </a:extLst>
          </p:cNvPr>
          <p:cNvSpPr/>
          <p:nvPr/>
        </p:nvSpPr>
        <p:spPr>
          <a:xfrm>
            <a:off x="4440076" y="1542661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36038B-143B-F3A3-A67B-09335172F11F}"/>
              </a:ext>
            </a:extLst>
          </p:cNvPr>
          <p:cNvSpPr/>
          <p:nvPr/>
        </p:nvSpPr>
        <p:spPr>
          <a:xfrm>
            <a:off x="4695113" y="1542661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9D334-A081-4CEA-B208-F452BC1D062C}"/>
              </a:ext>
            </a:extLst>
          </p:cNvPr>
          <p:cNvSpPr/>
          <p:nvPr/>
        </p:nvSpPr>
        <p:spPr>
          <a:xfrm>
            <a:off x="4950149" y="1542661"/>
            <a:ext cx="255037" cy="2488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A9FFD5-C645-F407-73F6-95DD53999580}"/>
              </a:ext>
            </a:extLst>
          </p:cNvPr>
          <p:cNvSpPr/>
          <p:nvPr/>
        </p:nvSpPr>
        <p:spPr>
          <a:xfrm>
            <a:off x="4695113" y="1293845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22E571-2DA1-8E8B-307E-407F928E2A9E}"/>
              </a:ext>
            </a:extLst>
          </p:cNvPr>
          <p:cNvSpPr/>
          <p:nvPr/>
        </p:nvSpPr>
        <p:spPr>
          <a:xfrm>
            <a:off x="4695112" y="1791477"/>
            <a:ext cx="255037" cy="2488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5359BA-6B87-09C7-F600-FCD6D365E489}"/>
              </a:ext>
            </a:extLst>
          </p:cNvPr>
          <p:cNvSpPr/>
          <p:nvPr/>
        </p:nvSpPr>
        <p:spPr>
          <a:xfrm>
            <a:off x="2738276" y="1542661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81F484-3245-4075-5B65-9C9F3436B3D9}"/>
              </a:ext>
            </a:extLst>
          </p:cNvPr>
          <p:cNvSpPr/>
          <p:nvPr/>
        </p:nvSpPr>
        <p:spPr>
          <a:xfrm>
            <a:off x="2993313" y="1542661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D7CDC-CD57-FC13-DC4B-18F13B0A80E0}"/>
              </a:ext>
            </a:extLst>
          </p:cNvPr>
          <p:cNvSpPr/>
          <p:nvPr/>
        </p:nvSpPr>
        <p:spPr>
          <a:xfrm>
            <a:off x="3248349" y="1542661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9CDD6D-634C-3D01-25B9-8B8833BA4DD2}"/>
              </a:ext>
            </a:extLst>
          </p:cNvPr>
          <p:cNvSpPr/>
          <p:nvPr/>
        </p:nvSpPr>
        <p:spPr>
          <a:xfrm>
            <a:off x="2993313" y="1293845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22D452-C920-BDC9-7894-1D1DEB9DCF84}"/>
              </a:ext>
            </a:extLst>
          </p:cNvPr>
          <p:cNvSpPr/>
          <p:nvPr/>
        </p:nvSpPr>
        <p:spPr>
          <a:xfrm>
            <a:off x="2993312" y="1791477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68F80E-A228-A235-A8CE-7CC8241AAC6C}"/>
              </a:ext>
            </a:extLst>
          </p:cNvPr>
          <p:cNvSpPr/>
          <p:nvPr/>
        </p:nvSpPr>
        <p:spPr>
          <a:xfrm>
            <a:off x="3170465" y="2289109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E27DD3-63B1-B411-5CA0-FD0D9B29A3DF}"/>
              </a:ext>
            </a:extLst>
          </p:cNvPr>
          <p:cNvSpPr/>
          <p:nvPr/>
        </p:nvSpPr>
        <p:spPr>
          <a:xfrm>
            <a:off x="3425502" y="2289109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DD4F44-94E8-6279-125F-414A5ACF2A2F}"/>
              </a:ext>
            </a:extLst>
          </p:cNvPr>
          <p:cNvSpPr/>
          <p:nvPr/>
        </p:nvSpPr>
        <p:spPr>
          <a:xfrm>
            <a:off x="3680538" y="2289109"/>
            <a:ext cx="255037" cy="2488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25C88C-2B9D-93E8-6D45-DF765E40364C}"/>
              </a:ext>
            </a:extLst>
          </p:cNvPr>
          <p:cNvSpPr/>
          <p:nvPr/>
        </p:nvSpPr>
        <p:spPr>
          <a:xfrm>
            <a:off x="3425502" y="2040293"/>
            <a:ext cx="255037" cy="2488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B9111B-5EEE-7CA6-85B4-8124165546DB}"/>
              </a:ext>
            </a:extLst>
          </p:cNvPr>
          <p:cNvSpPr/>
          <p:nvPr/>
        </p:nvSpPr>
        <p:spPr>
          <a:xfrm>
            <a:off x="3425501" y="2537925"/>
            <a:ext cx="255037" cy="2488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96603E-5481-BE6A-3A98-5FC7F51525D5}"/>
              </a:ext>
            </a:extLst>
          </p:cNvPr>
          <p:cNvSpPr/>
          <p:nvPr/>
        </p:nvSpPr>
        <p:spPr>
          <a:xfrm>
            <a:off x="4007885" y="2289109"/>
            <a:ext cx="255037" cy="2488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09080F-E44F-12AD-E937-B8D78028AB8C}"/>
              </a:ext>
            </a:extLst>
          </p:cNvPr>
          <p:cNvSpPr/>
          <p:nvPr/>
        </p:nvSpPr>
        <p:spPr>
          <a:xfrm>
            <a:off x="4262922" y="2289109"/>
            <a:ext cx="255037" cy="248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0FF13F-077B-D815-0A53-53427B1C287E}"/>
              </a:ext>
            </a:extLst>
          </p:cNvPr>
          <p:cNvSpPr/>
          <p:nvPr/>
        </p:nvSpPr>
        <p:spPr>
          <a:xfrm>
            <a:off x="4517958" y="2289109"/>
            <a:ext cx="255037" cy="2488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1DA91B-4EDB-9961-5452-97406B5620D5}"/>
              </a:ext>
            </a:extLst>
          </p:cNvPr>
          <p:cNvSpPr/>
          <p:nvPr/>
        </p:nvSpPr>
        <p:spPr>
          <a:xfrm>
            <a:off x="4262922" y="2040293"/>
            <a:ext cx="255037" cy="2488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00A34F-1017-21F8-466B-7D3FC020D1A2}"/>
              </a:ext>
            </a:extLst>
          </p:cNvPr>
          <p:cNvSpPr/>
          <p:nvPr/>
        </p:nvSpPr>
        <p:spPr>
          <a:xfrm>
            <a:off x="4262921" y="2537925"/>
            <a:ext cx="255037" cy="2488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056DC9-0D00-53D5-937D-FD39968895D1}"/>
              </a:ext>
            </a:extLst>
          </p:cNvPr>
          <p:cNvSpPr txBox="1"/>
          <p:nvPr/>
        </p:nvSpPr>
        <p:spPr>
          <a:xfrm>
            <a:off x="2721866" y="1233587"/>
            <a:ext cx="287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CE7282-AC33-AFBB-B50D-195213E178C2}"/>
              </a:ext>
            </a:extLst>
          </p:cNvPr>
          <p:cNvSpPr txBox="1"/>
          <p:nvPr/>
        </p:nvSpPr>
        <p:spPr>
          <a:xfrm>
            <a:off x="3556356" y="1233587"/>
            <a:ext cx="287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65AA1E-DD28-27D3-4862-2AC5BC274DF8}"/>
              </a:ext>
            </a:extLst>
          </p:cNvPr>
          <p:cNvSpPr txBox="1"/>
          <p:nvPr/>
        </p:nvSpPr>
        <p:spPr>
          <a:xfrm>
            <a:off x="4407707" y="1233587"/>
            <a:ext cx="287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D0908C-3D1C-E604-B7EF-79F6BEE10B03}"/>
              </a:ext>
            </a:extLst>
          </p:cNvPr>
          <p:cNvSpPr txBox="1"/>
          <p:nvPr/>
        </p:nvSpPr>
        <p:spPr>
          <a:xfrm>
            <a:off x="3154055" y="2005112"/>
            <a:ext cx="287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74925F-F533-2CEA-9E12-B7BCC7BB91C9}"/>
              </a:ext>
            </a:extLst>
          </p:cNvPr>
          <p:cNvSpPr txBox="1"/>
          <p:nvPr/>
        </p:nvSpPr>
        <p:spPr>
          <a:xfrm>
            <a:off x="3997598" y="1980035"/>
            <a:ext cx="287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6521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Sellers</dc:creator>
  <cp:lastModifiedBy>George Sellers</cp:lastModifiedBy>
  <cp:revision>1</cp:revision>
  <dcterms:created xsi:type="dcterms:W3CDTF">2025-04-07T14:56:31Z</dcterms:created>
  <dcterms:modified xsi:type="dcterms:W3CDTF">2025-04-07T14:56:45Z</dcterms:modified>
</cp:coreProperties>
</file>